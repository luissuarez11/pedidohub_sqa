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6C8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testing manual a la automatización inteligente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automatización para PedidoHub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5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Andrés Suárez Andrade · Aseguramiento de la Calidad del Software (SQA)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D5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Privada del Valle · Lectura base: Crispin y Gregory, Agile Testing, Parte IV (caps. 13 y 14)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6C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regresión manual que crece en cada entrega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5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testing manual a la automatización inteligente · PedidoHub  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que cada dos semanas suma funciones y se prueba a mano antes de entregar.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PedidoHub tiene la misma forma: login, pedidos, facturación, reportes y entregas incrementales.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la dinámica: ¿qué automatizar, en qué nivel, con qué herramienta y cuándo ejecutarlo?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216 pruebas automatizadas, 100 % en verde, 81.3 % de cobertura de líneas.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6C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Tres beneficios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5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testing manual a la automatización inteligente · PedidoHub   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Beneficio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Evidencia en PedidoHub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Retroalimentación rápida y defectos tempranos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 pruebas en ~13 s; 5 defectos hallados con la prueba escrita antes del código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Libera tiempo para exploratorias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regresión de 17 historias es automática; lo manual queda para usabilidad y plano de mesas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de seguridad y documentación ejecutable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Agregar login, roles y bitácora no rompió nada sin avisar; nombres Dado/Cuando/Entonces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6C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Tres obstáculos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5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testing manual a la automatización inteligente · PedidoHub   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Obstáculo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Evidencia en PedidoHub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Inversión inicial y curva de aprendizaje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no suma decimales; Cypress falló por un BOM. Se invirtió una vez y luego cada prueba es barata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frágiles y mantenimiento en la interfaz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nueva landing y el login obligaron a ajustar las E2E; un selector mal escrito dio un falso rojo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Entornos distintos de producción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Integración con SQLite vs producción con SQL Server; se mitiga con E2E contra SQL Server en CI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6C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La pirámide de PedidoHub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5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testing manual a la automatización inteligente · PedidoHub  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74236" y="1371600"/>
            <a:ext cx="3840480" cy="1188720"/>
          </a:xfrm>
          <a:prstGeom prst="rect">
            <a:avLst/>
          </a:prstGeom>
          <a:solidFill>
            <a:srgbClr val="E3F0F3"/>
          </a:solidFill>
          <a:ln w="12700">
            <a:solidFill>
              <a:srgbClr val="1B6C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74236" y="13716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(E2E) · 36 pruebas · 17 %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D5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17 · Cypress 19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02636" y="2743200"/>
            <a:ext cx="6583680" cy="1188720"/>
          </a:xfrm>
          <a:prstGeom prst="rect">
            <a:avLst/>
          </a:prstGeom>
          <a:solidFill>
            <a:srgbClr val="C6E1E7"/>
          </a:solidFill>
          <a:ln w="12700">
            <a:solidFill>
              <a:srgbClr val="1B6C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02636" y="274320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SERVICIO (HTTP + reglas) · 134 · 62 %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D5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 + WebApplicationFactory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31036" y="4114800"/>
            <a:ext cx="9326880" cy="1188720"/>
          </a:xfrm>
          <a:prstGeom prst="rect">
            <a:avLst/>
          </a:prstGeom>
          <a:solidFill>
            <a:srgbClr val="A6CFD8"/>
          </a:solidFill>
          <a:ln w="12700">
            <a:solidFill>
              <a:srgbClr val="1B6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31036" y="4114800"/>
            <a:ext cx="9326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UNITARIAS / COMPONENTES · 46 · 21 %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D5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5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 media es la mayor porque es una aplicación MVC sin API JSON: las reglas viven en los controladores y se prueban por HTTP, sin navegador.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6C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Ejemplos y justificación por nivel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5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testing manual a la automatización inteligente · PedidoHub   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12064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Ejemplos reales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 ahí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Unitarias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del pedido = Σ cantidad × precio · NIT de 5 a 20 dígitos · ranking de platos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Rápidas, sin BD ni navegador; señalan exactamente qué falló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/ servicio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Mesa con pedido abierto rechaza otro · mesero denegado en Empleados · CSV de ventas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Ejercitan reglas, seguridad y datos juntos y siguen siendo rápidas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Reservar 5 personas en mesa de 4 · login y acceso denegado en el navegador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Comprueban la integración real; lentas y frágiles, por eso pocas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6C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Matriz de decisiones: las tres primeras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5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testing manual a la automatización inteligente · PedidoHub   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310896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 · herramienta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esperado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 primero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Cálculo de totales de pedido y factura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Unitaria · xUnit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 1 = 130.00; sin platos = 0; promedio = 150.75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dinero; se repite en cada cambio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Reglas de facturación y pedidos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Integración HTTP · xUnit + SQLite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Rechazo con mensaje exacto y BD sin cambios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Donde aparecieron los defectos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y permisos por rol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Integración + humo en Selenium y Cypress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sesión → login; mesero → Acceso denegado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Puerta de entrada de todo el sistema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120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5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Manual: exploratorias del plano de mesas, usabilidad, aceptación con el usuario, redacción de mensajes, carga.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6C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Cómo evitar pruebas difíciles de mantener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5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testing manual a la automatización inteligente · PedidoHub  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regla en el nivel más bajo posible, sin duplicar en la interfaz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apoyo compartido (un único método de login por herramienta)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independientes: base en memoria por prueba y datos únicos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Selectores estables por name y esperas explícitas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Dado / Cuando / Entonces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prueba roja se corrige el mismo día; nada se desactiva sin tarjeta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depuran pruebas obsoletas en cada retrospectiva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6C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· Integración continua: cuándo ejecutar cada prueba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5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testing manual a la automatización inteligente · PedidoHub  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E3F0F3"/>
          </a:solidFill>
          <a:ln w="12700">
            <a:solidFill>
              <a:srgbClr val="1B6C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unitarias + integración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 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08960" y="19202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29000" y="14630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E3F0F3"/>
          </a:solidFill>
          <a:ln w="12700">
            <a:solidFill>
              <a:srgbClr val="1B6C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4630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PR · Job 1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compilar + 180 pruebas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cobertura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89320" y="19202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E3F0F3"/>
          </a:solidFill>
          <a:ln w="12700">
            <a:solidFill>
              <a:srgbClr val="1B6C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4630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2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+ app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+ Cypress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69680" y="19202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89720" y="14630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DCFAE5"/>
          </a:solidFill>
          <a:ln w="12700">
            <a:solidFill>
              <a:srgbClr val="1B6C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0" y="14630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estable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calidad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exploratoria manual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prueba falla: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31520" y="3840480"/>
            <a:ext cx="10607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Detenerse: sin merge con el pipeline en rojo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en 15 min: defecto real, prueba frágil o entorno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el mismo día; no desactivar para "que pase"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prueba de regresión y revisarlo en la retrospectiva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6C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 · Defensa: ¿vale la pena el esfuerzo?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5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testing manual a la automatización inteligente · PedidoHub   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6035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de éxito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 / 216 = 100 %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de líneas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81.3 % (meta 80 %)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Defectos encontrados y corregidos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/ 6, cada uno con prueba de regresión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de retroalimentación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s (unitarias + integración)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Densidad de defectos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3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 por KLOC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C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6C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5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testing manual a la automatización inteligente · PedidoHub  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no es escribir scripts: es decidir qué, en qué nivel y cuándo.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automatizaría el cálculo de totales y las reglas de facturación.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todo lo manual sería el error: se perdería la exploración y la usabilidad.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3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Demostración: /Calidad en PedidoHub y repositorio en GitHub (LuisSuarez11/PedidoHub_SQA).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2026-10-30T05:31:57Z</dcterms:created>
  <dcterms:modified xsi:type="dcterms:W3CDTF">2026-10-30T05:31:57Z</dcterms:modified>
</cp:coreProperties>
</file>